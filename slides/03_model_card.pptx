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C9F24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CARDS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model card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in the catalog has a card. It lists the information needed to use the model: its identifier, its limits, its prices, and its capabilities. This video walks through the main fields.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82712" y="58064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82712" y="58064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ct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pPr algn="ctr" indent="0" marL="0">
              <a:buNone/>
            </a:pPr>
            <a:r>
              <a:rPr lang="en-US" sz="100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Nebius Token Factory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pPr algn="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r" indent="0" marL="0">
              <a:buNone/>
            </a:pP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1 · ROUTING KEY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routing key identifies the model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10817352" cy="777240"/>
          </a:xfrm>
          <a:prstGeom prst="roundRect">
            <a:avLst>
              <a:gd name="adj" fmla="val 9412"/>
            </a:avLst>
          </a:prstGeom>
          <a:solidFill>
            <a:srgbClr val="081420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nvidia/NVIDIA-Nemotron-3-Nano-30B-A3B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85800" y="30175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2186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3621024"/>
            <a:ext cx="30083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identifier for this model on Token Factory.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17136" y="30175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32186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3621024"/>
            <a:ext cx="30083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model= argument of every API call you make.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48472" y="30175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04504" y="32186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04504" y="3621024"/>
            <a:ext cx="30083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icon sits next to the key at the top of the card. Copying it avoids typos.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89204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89204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mistyped key returns a generic “model not found” error that does not say what is wrong with the string. Copying from the card avoids this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pPr algn="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r" indent="0" marL="0">
              <a:buNone/>
            </a:pP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2 · CONTEXT WINDOW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is the total amount of text the model can work with at once. Three things share it: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3017520" cy="1417320"/>
          </a:xfrm>
          <a:prstGeom prst="roundRect">
            <a:avLst>
              <a:gd name="adj" fmla="val 5806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6700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3072384"/>
            <a:ext cx="25054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instructions and question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F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17136" y="2468880"/>
            <a:ext cx="3017520" cy="1417320"/>
          </a:xfrm>
          <a:prstGeom prst="roundRect">
            <a:avLst>
              <a:gd name="adj" fmla="val 5806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26700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3072384"/>
            <a:ext cx="25054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earlier turn you resend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17536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F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348472" y="2468880"/>
            <a:ext cx="3017520" cy="1417320"/>
          </a:xfrm>
          <a:prstGeom prst="roundRect">
            <a:avLst>
              <a:gd name="adj" fmla="val 5806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04504" y="2670048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04504" y="3072384"/>
            <a:ext cx="25054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being generated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34340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34340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conversation, a bigger document, or a longer answer all consume the same budget. The exact size of the window is listed on each model's card.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pPr algn="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r" indent="0" marL="0">
              <a:buNone/>
            </a:pP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3 · PRICING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is per million tokens, in two rates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143349"/>
          </a:solidFill>
          <a:ln w="19050">
            <a:solidFill>
              <a:srgbClr val="C9F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04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NEMOTRON 3 NANO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$0.06 per 1M input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05840" y="33375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F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$0.24 per 1M output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92240" y="2057400"/>
            <a:ext cx="4983480" cy="1097280"/>
          </a:xfrm>
          <a:prstGeom prst="roundRect">
            <a:avLst>
              <a:gd name="adj" fmla="val 750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2258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48272" y="26609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you send. The model reads the whole prompt in one pass, so input is the cheaper rate.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291840"/>
            <a:ext cx="4983480" cy="1097280"/>
          </a:xfrm>
          <a:prstGeom prst="roundRect">
            <a:avLst>
              <a:gd name="adj" fmla="val 750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349300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48272" y="389534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the model generates, one token at a time. Generation is more work, so output is priced higher.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84632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84632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response includes a usage field with both token counts. Notebook 3 uses it to calculate the cost of a request.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pPr algn="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r" indent="0" marL="0">
              <a:buNone/>
            </a:pP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4 · MODALITY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Modality: what goes in and what comes out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43349"/>
          </a:solidFill>
          <a:ln w="19050">
            <a:solidFill>
              <a:srgbClr val="C9F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3957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" y="2798064"/>
            <a:ext cx="3008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text and writes text. The Nemotron chat models used in this course are text-to-text.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17136" y="21945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3957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73168" y="2798064"/>
            <a:ext cx="3008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catalog models also accept images as input.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48472" y="2194560"/>
            <a:ext cx="3520440" cy="1828800"/>
          </a:xfrm>
          <a:prstGeom prst="roundRect">
            <a:avLst>
              <a:gd name="adj" fmla="val 4500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04504" y="23957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04504" y="2798064"/>
            <a:ext cx="3008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models output vectors instead of sentences. These are used for search and retrieval.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43484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43484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also lists quantization and capability flags such as tool calling. Those fields are covered later in the course, when they become relevant.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pPr algn="r" indent="0" marL="0">
              <a:buNone/>
            </a:pP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pPr algn="r" indent="0" marL="0">
              <a:buNone/>
            </a:pP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5 · LICENSE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license defines how a model may be used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models still come with terms. The license on the card covers three main areas: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6243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3026664"/>
            <a:ext cx="30083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model can be used in a product or service.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17136" y="24231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26243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3026664"/>
            <a:ext cx="30083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and how the weights may be shared further.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48472" y="24231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4504" y="262432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and outputs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04504" y="3026664"/>
            <a:ext cx="30083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for training on the model and for what it generates.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52628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52628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license before using a model in production. It is short, and it answers these questions directly.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2026-08-01T15:06:53Z</dcterms:created>
  <dcterms:modified xsi:type="dcterms:W3CDTF">2026-08-01T15:06:53Z</dcterms:modified>
</cp:coreProperties>
</file>
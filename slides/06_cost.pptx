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53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token usage becomes cost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billed by tokens: the tokens you send and the tokens the model generates. This video covers the calculation and where to monitor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CALCULATION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token counts, two prices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6583680" cy="2240280"/>
          </a:xfrm>
          <a:prstGeom prst="roundRect">
            <a:avLst>
              <a:gd name="adj" fmla="val 3265"/>
            </a:avLst>
          </a:prstGeom>
          <a:solidFill>
            <a:srgbClr val="081420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( prompt_tokens     x price_in
       + completion_tokens x price_out ) / 1,000,000
</a:t>
            </a:r>
            <a:r>
              <a:rPr lang="en-US" sz="1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Nemotron 3 Nano
</a:t>
            </a:r>
            <a:r>
              <a:rPr lang="en-US" sz="1200" dirty="0">
                <a:solidFill>
                  <a:srgbClr val="C7D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price_in  = $0.06 / 1M
price_out = $0.24 / 1M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210312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91272" y="2304288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usage field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91272" y="2706624"/>
            <a:ext cx="3328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response reports both token counts. The prices come from the model card.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3291840"/>
            <a:ext cx="3840480" cy="1344168"/>
          </a:xfrm>
          <a:prstGeom prst="roundRect">
            <a:avLst>
              <a:gd name="adj" fmla="val 7826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91272" y="3493008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at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91272" y="3895344"/>
            <a:ext cx="3328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costs a fraction of a cent. At production volume, and with agents making many calls per task, the totals grow quickly.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80060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 walks through this calculation on a live request.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 SPEND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Usage page in the Token Factory console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Factory records every billable token. The Usage page shows spend over time, and it can be broken down by model: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71576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30266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Billing settings, then Usage, in the left panel.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2514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271576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30266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view to Chart and set Group by to Products.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48472" y="2514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04504" y="271576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04504" y="30266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model's input and output products. They appear separately because they are billed at separate rates.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526280"/>
            <a:ext cx="10817352" cy="64008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totals on this page are the authoritative record of spend. Spend limits can also be set per API key, which caps what any one application can use.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Macintosh PowerPoint</Application>
  <PresentationFormat>Widescreen</PresentationFormat>
  <Paragraphs>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Hanley</cp:lastModifiedBy>
  <cp:revision>2</cp:revision>
  <dcterms:created xsi:type="dcterms:W3CDTF">2026-08-01T15:06:53Z</dcterms:created>
  <dcterms:modified xsi:type="dcterms:W3CDTF">2026-08-01T15:16:09Z</dcterms:modified>
</cp:coreProperties>
</file>
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C9F24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NEBIUS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5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model performance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4114800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latency metrics are used to evaluate and compare models. Each one answers a different question about how a model behaves in use.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982712" y="580644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82712" y="58064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pPr algn="ctr" indent="0" marL="0">
              <a:buNone/>
            </a:pPr>
            <a:r>
              <a:rPr lang="en-US" sz="100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pPr algn="ctr" indent="0" marL="0">
              <a:buNone/>
            </a:pPr>
            <a:r>
              <a:rPr lang="en-US" sz="100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Nebius Token Factory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256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   |   </a:t>
            </a:r>
            <a:pPr algn="r" indent="0" marL="0">
              <a:buNone/>
            </a:pPr>
            <a:r>
              <a:rPr lang="en-US" sz="85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pPr algn="r" indent="0" marL="0">
              <a:buNone/>
            </a:pPr>
            <a:r>
              <a:rPr lang="en-US" sz="85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Nebius Token Factory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 · MODULE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00232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THREE METRICS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TTFT, tokens per second, and end-to-end latency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5800" y="2103120"/>
            <a:ext cx="3520440" cy="2606040"/>
          </a:xfrm>
          <a:prstGeom prst="roundRect">
            <a:avLst>
              <a:gd name="adj" fmla="val 3158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304288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TTFT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1832" y="2615184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token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3017520"/>
            <a:ext cx="300837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before the first token of the response appears. This is what makes a model feel responsive. It matters most in chat interfaces, where a long silence reads as a failure.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17136" y="2103120"/>
            <a:ext cx="3520440" cy="2606040"/>
          </a:xfrm>
          <a:prstGeom prst="roundRect">
            <a:avLst>
              <a:gd name="adj" fmla="val 3158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2304288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T/S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73168" y="2615184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per second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73168" y="3017520"/>
            <a:ext cx="300837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quickly the response is produced once it has started. It matters most when a user is reading the output as it streams.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48472" y="2103120"/>
            <a:ext cx="3520440" cy="2606040"/>
          </a:xfrm>
          <a:prstGeom prst="roundRect">
            <a:avLst>
              <a:gd name="adj" fmla="val 3158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04504" y="2304288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04504" y="2615184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04504" y="3017520"/>
            <a:ext cx="300837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time from sending the request to receiving the complete output. It matters most when nothing streams: batch jobs, and each internal step of an agent.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983480"/>
            <a:ext cx="10817352" cy="566928"/>
          </a:xfrm>
          <a:prstGeom prst="roundRect">
            <a:avLst>
              <a:gd name="adj" fmla="val 11290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98348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Playground shows these three numbers under every response. When calling from code, latency is measured on the client side. Notebook 3 covers both.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2026-08-01T15:06:53Z</dcterms:created>
  <dcterms:modified xsi:type="dcterms:W3CDTF">2026-08-01T15:06:53Z</dcterms:modified>
</cp:coreProperties>
</file>
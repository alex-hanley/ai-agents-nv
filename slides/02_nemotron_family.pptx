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84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486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C9F2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548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 NEMOTRON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5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Nemotron model family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411480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is NVIDIA's family of open language models. These are the models used in every example in this course.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82712" y="580644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82712" y="580644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r>
              <a:rPr lang="en-US" sz="100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100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Nebius Token Factory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NEMOTRON 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 model family from NVIDIA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239572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41832" y="270662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3108960"/>
            <a:ext cx="3008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weights are published under an open license. They can be downloaded, studied, and fine-tuned by anyone.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7136" y="219456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239572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270662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agent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73168" y="3108960"/>
            <a:ext cx="3008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 err="1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</a:t>
            </a: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models are trained for tool calling and reasoning, the two capabilities this course is built around.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48472" y="2194560"/>
            <a:ext cx="3520440" cy="2240280"/>
          </a:xfrm>
          <a:prstGeom prst="roundRect">
            <a:avLst>
              <a:gd name="adj" fmla="val 3673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04504" y="239572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04504" y="2706624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Token Factory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04504" y="3108960"/>
            <a:ext cx="3008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Nemotron models are in the Token Factory catalog and can be used serverless, with no setup beyond an API key.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475488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475488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whole course uses one family, examples from different lessons stay comparable: same family and behavior, different sizes.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SIZES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Nano, Super, and Ultra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comes in three sizes. Size affects three things: speed, price, and how much reasoning depth the model has.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43349"/>
          </a:solidFill>
          <a:ln w="19050">
            <a:solidFill>
              <a:srgbClr val="C9F2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1832" y="25328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3 Nano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935224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and fastest model in the family, and the one used in the module notebooks. Priced at $0.06 per million input tokens and $0.24 per million output tokens.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1100" dirty="0">
              <a:solidFill>
                <a:srgbClr val="8FA6B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cs typeface="Calibri" pitchFamily="34" charset="-120"/>
              </a:rPr>
              <a:t>Cheap and efficient - likely all is needed for most tasks at a very low price.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17136" y="23317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25328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3 Super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73168" y="2935224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mid-size model. A common choice for production workloads that need more capability than Nano provides.</a:t>
            </a:r>
          </a:p>
          <a:p>
            <a:pPr marL="0" indent="0">
              <a:lnSpc>
                <a:spcPct val="114000"/>
              </a:lnSpc>
              <a:buNone/>
            </a:pPr>
            <a:endParaRPr lang="en-US" sz="1100" dirty="0">
              <a:solidFill>
                <a:srgbClr val="8FA6B8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14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48472" y="23317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04504" y="253288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3 Ultra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04504" y="2935224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model, with the strongest reasoning. Priced at $1.00 per million input tokens and $3.00 per million output tokens. </a:t>
            </a:r>
          </a:p>
          <a:p>
            <a:pPr marL="0" indent="0">
              <a:lnSpc>
                <a:spcPct val="114000"/>
              </a:lnSpc>
              <a:buNone/>
            </a:pPr>
            <a:endParaRPr lang="en-US" sz="1100" dirty="0">
              <a:solidFill>
                <a:srgbClr val="8FA6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with the largest frontier models on intelligence benchmarks.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93776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93776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notebooks use Nano throughout. It is fast, inexpensive, and capable of everything built in this module.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256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  |   </a:t>
            </a:r>
            <a:r>
              <a:rPr lang="en-US" sz="850" b="1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NVIDIA</a:t>
            </a:r>
            <a:r>
              <a:rPr lang="en-US" sz="850" dirty="0">
                <a:solidFill>
                  <a:srgbClr val="F2F6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Nebius Token Factory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8580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· MODULE 01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000232" y="64190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E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F2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CHOOSING BETWEEN THEM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89611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dirty="0">
                <a:solidFill>
                  <a:srgbClr val="F2F6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model size to the task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85800" y="1572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 respond faster and cost less per token. Larger models handle harder reasoning. Which one fits depends on the workload.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10817352" cy="694944"/>
          </a:xfrm>
          <a:prstGeom prst="roundRect">
            <a:avLst>
              <a:gd name="adj" fmla="val 9211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F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2468880"/>
            <a:ext cx="8531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tasks in high volume: drafting, rephrasing, classification, quick questions.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10817352" cy="694944"/>
          </a:xfrm>
          <a:prstGeom prst="roundRect">
            <a:avLst>
              <a:gd name="adj" fmla="val 9211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F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97480" y="3291840"/>
            <a:ext cx="8531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workloads where a small model's output quality is no longer sufficient.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10817352" cy="694944"/>
          </a:xfrm>
          <a:prstGeom prst="roundRect">
            <a:avLst>
              <a:gd name="adj" fmla="val 9211"/>
            </a:avLst>
          </a:prstGeom>
          <a:solidFill>
            <a:srgbClr val="10283C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4114800"/>
            <a:ext cx="1554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F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4114800"/>
            <a:ext cx="8531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multi-step reasoning, and tasks where the cost of a wrong answer is high.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212080"/>
            <a:ext cx="10817352" cy="566928"/>
          </a:xfrm>
          <a:prstGeom prst="roundRect">
            <a:avLst>
              <a:gd name="adj" fmla="val 11290"/>
            </a:avLst>
          </a:prstGeom>
          <a:solidFill>
            <a:srgbClr val="0E2233"/>
          </a:solidFill>
          <a:ln w="12700">
            <a:solidFill>
              <a:srgbClr val="1E3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10268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F6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needed for this decision lives on each model's card. Reading the card is the next topic.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455</Words>
  <Application>Microsoft Macintosh PowerPoint</Application>
  <PresentationFormat>Widescreen</PresentationFormat>
  <Paragraphs>54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Hanley</cp:lastModifiedBy>
  <cp:revision>2</cp:revision>
  <dcterms:created xsi:type="dcterms:W3CDTF">2026-08-01T15:06:53Z</dcterms:created>
  <dcterms:modified xsi:type="dcterms:W3CDTF">2026-08-01T15:15:12Z</dcterms:modified>
</cp:coreProperties>
</file>
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Factory, Nemotron,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first tool call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what this module covers and how the pieces fit together. The hands-on version of everything shown here is in the three module notebooks.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ct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MODULE COVERS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topics, three notebooks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2487168" cy="2377440"/>
          </a:xfrm>
          <a:prstGeom prst="roundRect">
            <a:avLst>
              <a:gd name="adj" fmla="val 3462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0428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261518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Factory catalog, the Nemotron family, and how to read a model card.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83864" y="2103120"/>
            <a:ext cx="2487168" cy="2377440"/>
          </a:xfrm>
          <a:prstGeom prst="roundRect">
            <a:avLst>
              <a:gd name="adj" fmla="val 3462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30428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39896" y="261518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it from Python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39896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Completions API: requests, roles, responses, and multi-turn conversations.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1032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81928" y="2103120"/>
            <a:ext cx="2487168" cy="2377440"/>
          </a:xfrm>
          <a:prstGeom prst="roundRect">
            <a:avLst>
              <a:gd name="adj" fmla="val 3462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30428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261518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tool call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requests an action, your code runs it, and the result goes back to the model.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69096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79992" y="2103120"/>
            <a:ext cx="2487168" cy="2377440"/>
          </a:xfrm>
          <a:prstGeom prst="roundRect">
            <a:avLst>
              <a:gd name="adj" fmla="val 3462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30428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36024" y="261518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cost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36024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latency metrics, and how token usage translates into spend.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937760"/>
            <a:ext cx="10817352" cy="685800"/>
          </a:xfrm>
          <a:prstGeom prst="roundRect">
            <a:avLst>
              <a:gd name="adj" fmla="val 9333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93776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1 and 2 are covered in notebook 1, topic 3 in notebook 2, and topic 4 in notebook 3. Together they build one working example: a model that can use a calculator tool.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2026-08-01T15:06:53Z</dcterms:created>
  <dcterms:modified xsi:type="dcterms:W3CDTF">2026-08-01T15:06:53Z</dcterms:modified>
</cp:coreProperties>
</file>
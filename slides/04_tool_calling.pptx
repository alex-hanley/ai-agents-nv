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C9F24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tool calling works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 function. A tool call is the model asking your code to run that function. This video covers the sequence, how the model sees tools, and the common failure points.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82712" y="58064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2712" y="5806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ct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100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Token 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SEQUENCE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question to grounded answer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938528" cy="1874520"/>
          </a:xfrm>
          <a:prstGeom prst="roundRect">
            <a:avLst>
              <a:gd name="adj" fmla="val 439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9572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2706624"/>
            <a:ext cx="14264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JSON string naming a function and its arguments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9489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907792" y="2194560"/>
            <a:ext cx="1938528" cy="1874520"/>
          </a:xfrm>
          <a:prstGeom prst="roundRect">
            <a:avLst>
              <a:gd name="adj" fmla="val 439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239572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YOUR CODE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63824" y="2706624"/>
            <a:ext cx="14264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and validates that string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29489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29784" y="2194560"/>
            <a:ext cx="1938528" cy="1874520"/>
          </a:xfrm>
          <a:prstGeom prst="roundRect">
            <a:avLst>
              <a:gd name="adj" fmla="val 4390"/>
            </a:avLst>
          </a:prstGeom>
          <a:solidFill>
            <a:srgbClr val="F2F6F9"/>
          </a:solidFill>
          <a:ln w="19050">
            <a:solidFill>
              <a:srgbClr val="C9F2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237744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7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YOUR CODE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30952" y="2697480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3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function, for example calculate(...)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50024" y="29489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51776" y="2194560"/>
            <a:ext cx="1938528" cy="1874520"/>
          </a:xfrm>
          <a:prstGeom prst="roundRect">
            <a:avLst>
              <a:gd name="adj" fmla="val 439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239572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MESSAGE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07808" y="2706624"/>
            <a:ext cx="14264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added back into the conversation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72016" y="29489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F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573768" y="2194560"/>
            <a:ext cx="1938528" cy="1874520"/>
          </a:xfrm>
          <a:prstGeom prst="roundRect">
            <a:avLst>
              <a:gd name="adj" fmla="val 439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239572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29800" y="2706624"/>
            <a:ext cx="142646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result to write its answer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43484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43484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never runs code. It produces a request as text, and your program decides whether and how to execute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MODEL'S SIDE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sees a tool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957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the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2798064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tool's name, description, and parameters are placed into the model's context as text, like anything else you tell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17136" y="21945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3957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format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3168" y="2798064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described as JSON schemas because that is the format the model was trained to read and answer with.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48472" y="21945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504" y="23957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04504" y="2798064"/>
            <a:ext cx="30083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call itself is ordinary generated text: a string that happens to contain JSON. Nothing else is happening.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10817352" cy="685800"/>
          </a:xfrm>
          <a:prstGeom prst="roundRect">
            <a:avLst>
              <a:gd name="adj" fmla="val 9333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0916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tool call is generated text, it can come out malformed. Later lessons cover methods that guarantee valid JSON. Notebook 2 builds the simple version first, so the mechanics stay visible.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POINTS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 includes an exercise where you cause these failures on purpose. The four common ones: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624328" cy="2057400"/>
          </a:xfrm>
          <a:prstGeom prst="roundRect">
            <a:avLst>
              <a:gd name="adj" fmla="val 40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67004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298094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wrapped in prose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3383280"/>
            <a:ext cx="21122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adds explanation around the JSON, and parsing fails.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468880"/>
            <a:ext cx="2624328" cy="2057400"/>
          </a:xfrm>
          <a:prstGeom prst="roundRect">
            <a:avLst>
              <a:gd name="adj" fmla="val 40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67004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22192" y="298094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Nonexistent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3383280"/>
            <a:ext cx="21122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requests a function that was never defined.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2468880"/>
            <a:ext cx="2624328" cy="2057400"/>
          </a:xfrm>
          <a:prstGeom prst="roundRect">
            <a:avLst>
              <a:gd name="adj" fmla="val 40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67004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02552" y="298094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argument names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02552" y="3383280"/>
            <a:ext cx="21122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is valid but the keys do not match the function's parameters.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2468880"/>
            <a:ext cx="2624328" cy="2057400"/>
          </a:xfrm>
          <a:prstGeom prst="roundRect">
            <a:avLst>
              <a:gd name="adj" fmla="val 40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267004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82912" y="298094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input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2912" y="3383280"/>
            <a:ext cx="21122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arguments reach the function but contain something it was not written to handle.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80060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80060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case the failure happens where the model's output meets your code. Checking and validating at that point is what makes a tool loop reliable.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2026-08-01T15:06:53Z</dcterms:created>
  <dcterms:modified xsi:type="dcterms:W3CDTF">2026-08-01T15:06:53Z</dcterms:modified>
</cp:coreProperties>
</file>